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hArGlf48BtXvt/Dm7kOu53Taeo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1738" y="25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3"/>
          <p:cNvSpPr txBox="1">
            <a:spLocks noGrp="1"/>
          </p:cNvSpPr>
          <p:nvPr>
            <p:ph type="title"/>
          </p:nvPr>
        </p:nvSpPr>
        <p:spPr>
          <a:xfrm>
            <a:off x="539750" y="836612"/>
            <a:ext cx="81470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63"/>
          <p:cNvSpPr txBox="1"/>
          <p:nvPr/>
        </p:nvSpPr>
        <p:spPr>
          <a:xfrm>
            <a:off x="72707" y="6584899"/>
            <a:ext cx="257288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Disciplina: </a:t>
            </a:r>
            <a:r>
              <a:rPr lang="en-US" sz="105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Gerenciamento de Projetos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63"/>
          <p:cNvSpPr txBox="1"/>
          <p:nvPr/>
        </p:nvSpPr>
        <p:spPr>
          <a:xfrm>
            <a:off x="2867857" y="6584899"/>
            <a:ext cx="2133599" cy="26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Professor: </a:t>
            </a:r>
            <a:r>
              <a:rPr lang="en-US" sz="105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MSc Fabio Arruda</a:t>
            </a:r>
            <a:endParaRPr/>
          </a:p>
        </p:txBody>
      </p:sp>
      <p:sp>
        <p:nvSpPr>
          <p:cNvPr id="13" name="Google Shape;13;p63"/>
          <p:cNvSpPr txBox="1"/>
          <p:nvPr/>
        </p:nvSpPr>
        <p:spPr>
          <a:xfrm>
            <a:off x="5223719" y="6584899"/>
            <a:ext cx="124142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Pág.: </a:t>
            </a:r>
            <a:fld id="{00000000-1234-1234-1234-123412341234}" type="slidenum">
              <a:rPr lang="en-US" sz="105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r>
              <a:rPr lang="en-US" sz="105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de 152</a:t>
            </a:r>
            <a:endParaRPr sz="105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2"/>
          <p:cNvCxnSpPr/>
          <p:nvPr/>
        </p:nvCxnSpPr>
        <p:spPr>
          <a:xfrm>
            <a:off x="7589520" y="3054096"/>
            <a:ext cx="0" cy="1945321"/>
          </a:xfrm>
          <a:prstGeom prst="straightConnector1">
            <a:avLst/>
          </a:prstGeom>
          <a:noFill/>
          <a:ln w="9525" cap="flat" cmpd="sng">
            <a:solidFill>
              <a:srgbClr val="5A72B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2"/>
          <p:cNvSpPr/>
          <p:nvPr/>
        </p:nvSpPr>
        <p:spPr>
          <a:xfrm>
            <a:off x="-1" y="0"/>
            <a:ext cx="917553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2" descr="CANVAS 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4931"/>
            <a:ext cx="9036496" cy="675307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/>
          <p:nvPr/>
        </p:nvSpPr>
        <p:spPr>
          <a:xfrm>
            <a:off x="46923" y="2553691"/>
            <a:ext cx="1839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/>
              <a:t>inserir informação</a:t>
            </a:r>
            <a:endParaRPr/>
          </a:p>
        </p:txBody>
      </p:sp>
      <p:sp>
        <p:nvSpPr>
          <p:cNvPr id="23" name="Google Shape;23;p2"/>
          <p:cNvSpPr txBox="1"/>
          <p:nvPr/>
        </p:nvSpPr>
        <p:spPr>
          <a:xfrm>
            <a:off x="107504" y="4033521"/>
            <a:ext cx="1736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/>
              <a:t>inserir informação</a:t>
            </a:r>
            <a:endParaRPr/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1966783" y="2597043"/>
            <a:ext cx="156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/>
              <a:t>inserir informação</a:t>
            </a:r>
            <a:endParaRPr/>
          </a:p>
        </p:txBody>
      </p:sp>
      <p:sp>
        <p:nvSpPr>
          <p:cNvPr id="25" name="Google Shape;25;p2"/>
          <p:cNvSpPr txBox="1"/>
          <p:nvPr/>
        </p:nvSpPr>
        <p:spPr>
          <a:xfrm>
            <a:off x="3784430" y="1247576"/>
            <a:ext cx="1539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/>
              <a:t>inserir informação</a:t>
            </a:r>
            <a:endParaRPr/>
          </a:p>
        </p:txBody>
      </p:sp>
      <p:sp>
        <p:nvSpPr>
          <p:cNvPr id="26" name="Google Shape;26;p2"/>
          <p:cNvSpPr txBox="1"/>
          <p:nvPr/>
        </p:nvSpPr>
        <p:spPr>
          <a:xfrm>
            <a:off x="5510538" y="776549"/>
            <a:ext cx="1736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/>
              <a:t>Inserir informação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1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264971" y="752073"/>
            <a:ext cx="182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/>
              <a:t>inserir informalção</a:t>
            </a:r>
            <a:endParaRPr/>
          </a:p>
          <a:p>
            <a:pPr marL="22860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5439789" y="3265943"/>
            <a:ext cx="176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-US"/>
              <a:t>Inserir informação</a:t>
            </a:r>
            <a:endParaRPr/>
          </a:p>
        </p:txBody>
      </p:sp>
      <p:sp>
        <p:nvSpPr>
          <p:cNvPr id="29" name="Google Shape;29;p2"/>
          <p:cNvSpPr txBox="1"/>
          <p:nvPr/>
        </p:nvSpPr>
        <p:spPr>
          <a:xfrm>
            <a:off x="411150" y="121499"/>
            <a:ext cx="1898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inserir informação</a:t>
            </a:r>
            <a:endParaRPr/>
          </a:p>
        </p:txBody>
      </p:sp>
      <p:sp>
        <p:nvSpPr>
          <p:cNvPr id="30" name="Google Shape;30;p2"/>
          <p:cNvSpPr txBox="1"/>
          <p:nvPr/>
        </p:nvSpPr>
        <p:spPr>
          <a:xfrm>
            <a:off x="3756455" y="3395303"/>
            <a:ext cx="1736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/>
              <a:t>inserir informação</a:t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2004139" y="1170500"/>
            <a:ext cx="1489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/>
              <a:t>inserir informação</a:t>
            </a:r>
            <a:endParaRPr/>
          </a:p>
        </p:txBody>
      </p:sp>
      <p:sp>
        <p:nvSpPr>
          <p:cNvPr id="32" name="Google Shape;32;p2"/>
          <p:cNvSpPr txBox="1"/>
          <p:nvPr/>
        </p:nvSpPr>
        <p:spPr>
          <a:xfrm>
            <a:off x="177535" y="876009"/>
            <a:ext cx="173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/>
              <a:t>inseir informação</a:t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3022684" y="121499"/>
            <a:ext cx="2650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inserir informação</a:t>
            </a:r>
            <a:endParaRPr/>
          </a:p>
        </p:txBody>
      </p:sp>
      <p:cxnSp>
        <p:nvCxnSpPr>
          <p:cNvPr id="34" name="Google Shape;34;p2"/>
          <p:cNvCxnSpPr/>
          <p:nvPr/>
        </p:nvCxnSpPr>
        <p:spPr>
          <a:xfrm>
            <a:off x="7583396" y="6299200"/>
            <a:ext cx="998036" cy="0"/>
          </a:xfrm>
          <a:prstGeom prst="straightConnector1">
            <a:avLst/>
          </a:prstGeom>
          <a:noFill/>
          <a:ln w="9525" cap="flat" cmpd="sng">
            <a:solidFill>
              <a:srgbClr val="5A72B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2"/>
          <p:cNvSpPr txBox="1"/>
          <p:nvPr/>
        </p:nvSpPr>
        <p:spPr>
          <a:xfrm>
            <a:off x="7397733" y="5495406"/>
            <a:ext cx="156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Entrega - Valor R$</a:t>
            </a:r>
            <a:endParaRPr sz="1000"/>
          </a:p>
        </p:txBody>
      </p:sp>
      <p:sp>
        <p:nvSpPr>
          <p:cNvPr id="36" name="Google Shape;36;p2"/>
          <p:cNvSpPr txBox="1"/>
          <p:nvPr/>
        </p:nvSpPr>
        <p:spPr>
          <a:xfrm>
            <a:off x="7397733" y="3305856"/>
            <a:ext cx="1564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Entrega - Prazo:</a:t>
            </a:r>
            <a:endParaRPr sz="1000"/>
          </a:p>
        </p:txBody>
      </p:sp>
      <p:sp>
        <p:nvSpPr>
          <p:cNvPr id="37" name="Google Shape;37;p2"/>
          <p:cNvSpPr txBox="1"/>
          <p:nvPr/>
        </p:nvSpPr>
        <p:spPr>
          <a:xfrm>
            <a:off x="3842558" y="5818318"/>
            <a:ext cx="156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/>
              <a:t>inserir informação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3_Tema do Office">
  <a:themeElements>
    <a:clrScheme name="Executivo">
      <a:dk1>
        <a:srgbClr val="000000"/>
      </a:dk1>
      <a:lt1>
        <a:srgbClr val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Apresentação na tela (4:3)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3_Tema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Posgrado</dc:creator>
  <cp:lastModifiedBy>Danilo Cavalcante de Vasconcelos</cp:lastModifiedBy>
  <cp:revision>1</cp:revision>
  <dcterms:created xsi:type="dcterms:W3CDTF">2013-02-07T20:12:37Z</dcterms:created>
  <dcterms:modified xsi:type="dcterms:W3CDTF">2025-02-11T17:41:40Z</dcterms:modified>
</cp:coreProperties>
</file>